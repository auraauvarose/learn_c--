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AF55399-CD13-79B0-4D1D-FE55788B2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285CD23D-6195-7BEA-39FA-D5D77054D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3E1C110B-EAA6-0BCE-0980-A1FEF1E4C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0FB9-2F48-4D57-A30D-E73FFF88D7E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85E148D2-2140-8A01-B864-3BBF70D8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F18C7F33-D690-9572-5A82-3036AA96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307BF-3C77-419F-BCEF-307881997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7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0D69EAF-8F58-3C07-0F02-2178E9113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AB39E840-696A-FB99-3113-DE1CBAB9E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ED8C41EB-16F9-634B-CD21-CA6B0C374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0FB9-2F48-4D57-A30D-E73FFF88D7E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8C205376-053D-FC55-F94C-9D64C8EA0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D7620057-7E36-F20D-1190-3F2C94961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307BF-3C77-419F-BCEF-307881997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30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2BCF940-1933-EE88-ADDA-4B196AB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DB4E4DDB-CB57-3FCE-3C64-AD6D0A12D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50752D99-F8E3-1A99-3FB6-7F1BFE94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0FB9-2F48-4D57-A30D-E73FFF88D7E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17F4A8DB-48C6-DD9E-23E4-B195E425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0FD1871A-19A8-07D3-45A4-EED92395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307BF-3C77-419F-BCEF-307881997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20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FC22ACB-95B4-28C4-A825-F01825F3B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B2023A01-1BD8-2FFC-D295-841B895C8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D616419C-130A-44C1-EAF1-8AA7C45A7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DD9632E8-9D44-3B6B-E787-43D84995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0FB9-2F48-4D57-A30D-E73FFF88D7E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F5FDA90A-65FD-EE54-F6DA-95B0EB359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F8E5BAC5-6CDD-3F7F-E787-A0248251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307BF-3C77-419F-BCEF-307881997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71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EF8275E-F74E-6429-30ED-56535679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33302540-FAE1-1E7A-6C06-19199118C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9107FBAA-CD66-D72C-5118-A7F608F38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47D5593B-1537-20DF-EA2F-D52172F6F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9A3E74BF-5920-1721-2A41-027C555BB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F7D25A09-9D3D-45A3-BFA2-E2C87660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0FB9-2F48-4D57-A30D-E73FFF88D7E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EC27D3AE-4540-AA09-FB05-8F6651ED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F6A17A7A-B33E-DC2B-62DB-5C6311209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307BF-3C77-419F-BCEF-307881997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7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331316B-7A89-3E79-5581-D59E990CC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25FCB28D-CA40-FF1F-4C24-B4B8445E5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0FB9-2F48-4D57-A30D-E73FFF88D7E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44AFC263-49E6-0D51-2BCB-5D1B9EAEF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4FC3EC68-AC6F-3CAD-FD89-552CAA01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307BF-3C77-419F-BCEF-307881997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1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C16A08BA-9389-682E-3A53-BA462B709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0FB9-2F48-4D57-A30D-E73FFF88D7E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C39A3748-A428-D867-6A73-109B44F95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2B44CF00-2E80-0F60-7270-AD9252A3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307BF-3C77-419F-BCEF-307881997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9E717E1-B35C-DC10-B002-CBCABAEAE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3C843C9E-2522-395F-756F-0FAC9C0B9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7DB8AA10-226F-9CFF-2123-0E6ACD5C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42BC8E79-BE1B-50FB-90E7-ED0DE8ED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0FB9-2F48-4D57-A30D-E73FFF88D7E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A4D88BDF-69DF-C885-00C4-36FDD4247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2E3E1EAA-E6D1-1A5B-4AD5-DCAA6F2C9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307BF-3C77-419F-BCEF-307881997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67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7528F09-9FD4-C372-D84C-C175715D9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A678E2E4-5177-F029-4BED-9E271D86D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0F7E66AD-818F-A313-F861-B75C076D3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712684BF-5DF5-DB10-FD24-8B4A7AB8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0FB9-2F48-4D57-A30D-E73FFF88D7E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9BED5DFD-6309-8B29-EEE2-DD212764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8FCB3B33-33FC-AC46-7326-38643B719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307BF-3C77-419F-BCEF-307881997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01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0D7D434-2C74-A0D7-9CE5-3F0A4527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03B4D65D-7F05-EE4D-CF12-2F28B6B9B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5B3F6134-33B8-5531-D3E0-966E3726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0FB9-2F48-4D57-A30D-E73FFF88D7E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F990154D-FC24-B22B-EB71-4410F9CF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6955D5A-BF0A-BE2D-95D7-F94027B9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307BF-3C77-419F-BCEF-307881997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0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3A5E184C-71C3-B428-454E-E11B224EB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32683A42-3134-9092-E39A-DB4129015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C98449C8-606D-5C2E-FB29-E04D49B1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B0FB9-2F48-4D57-A30D-E73FFF88D7E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CE01AA0B-6C43-772F-7162-7BE3A5C3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4F30ADD0-F4B3-5049-A206-98C41EA78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307BF-3C77-419F-BCEF-307881997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2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3DA438F7-D1C8-662F-16D2-D50154956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69232033-7F78-2C7E-BCE0-9CCEAE348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0A265AF1-BA3A-DBE4-4CA9-E255732D4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B0FB9-2F48-4D57-A30D-E73FFF88D7E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271D0E17-98E6-E4D9-3F6A-D9E7DBF5E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D0F859FF-99EE-561B-27F3-52B5DEE81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307BF-3C77-419F-BCEF-307881997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6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DE11837-0499-97C1-AE27-2F97D584E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/>
              <a:t>STRUKTUR BAHASA C</a:t>
            </a:r>
            <a:endParaRPr lang="en-US" dirty="0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91980A1F-C2E0-F1EA-B3FF-2AE28EE28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82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8E36E22-761A-FFA4-2AE3-E0F4B615D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Konstanta</a:t>
            </a:r>
            <a:r>
              <a:rPr lang="en-US" dirty="0"/>
              <a:t> 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B00A5144-94F2-076D-90D5-790CE79F9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Konstanta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selama</a:t>
            </a:r>
            <a:r>
              <a:rPr lang="en-US" dirty="0"/>
              <a:t> proses program </a:t>
            </a:r>
            <a:r>
              <a:rPr lang="en-US" dirty="0" err="1"/>
              <a:t>berlangsung</a:t>
            </a:r>
            <a:r>
              <a:rPr lang="en-US" dirty="0"/>
              <a:t>. </a:t>
            </a:r>
            <a:r>
              <a:rPr lang="en-US" dirty="0" err="1"/>
              <a:t>Konstanta</a:t>
            </a:r>
            <a:r>
              <a:rPr lang="en-US" dirty="0"/>
              <a:t> </a:t>
            </a:r>
            <a:r>
              <a:rPr lang="en-US" dirty="0" err="1"/>
              <a:t>nilainya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tetap.Konstanta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didefinisikan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di </a:t>
            </a:r>
            <a:r>
              <a:rPr lang="en-US" dirty="0" err="1"/>
              <a:t>awal</a:t>
            </a:r>
            <a:r>
              <a:rPr lang="en-US" dirty="0"/>
              <a:t> </a:t>
            </a:r>
            <a:r>
              <a:rPr lang="en-US" dirty="0" err="1"/>
              <a:t>program.Konstanta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integer, </a:t>
            </a:r>
            <a:r>
              <a:rPr lang="en-US" dirty="0" err="1"/>
              <a:t>pecahan</a:t>
            </a:r>
            <a:r>
              <a:rPr lang="en-US" dirty="0"/>
              <a:t>, </a:t>
            </a:r>
            <a:r>
              <a:rPr lang="en-US" dirty="0" err="1"/>
              <a:t>karakter</a:t>
            </a:r>
            <a:r>
              <a:rPr lang="en-US" dirty="0"/>
              <a:t> dan string.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konstanta</a:t>
            </a:r>
            <a:r>
              <a:rPr lang="en-US" dirty="0"/>
              <a:t> : 50; 13; 3.14; 4.50005; ‘A’; ‘Bahasa C’.</a:t>
            </a:r>
          </a:p>
        </p:txBody>
      </p:sp>
    </p:spTree>
    <p:extLst>
      <p:ext uri="{BB962C8B-B14F-4D97-AF65-F5344CB8AC3E}">
        <p14:creationId xmlns:p14="http://schemas.microsoft.com/office/powerpoint/2010/main" val="3051929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D5CC4E07-2CBA-5DDC-A170-9781DC0A7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"/>
            <a:ext cx="10515600" cy="5948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Selain </a:t>
            </a:r>
            <a:r>
              <a:rPr lang="en-US" dirty="0" err="1"/>
              <a:t>itu</a:t>
            </a:r>
            <a:r>
              <a:rPr lang="en-US" dirty="0"/>
              <a:t>, </a:t>
            </a:r>
            <a:r>
              <a:rPr lang="en-US" dirty="0" err="1"/>
              <a:t>bahasa</a:t>
            </a:r>
            <a:r>
              <a:rPr lang="en-US" dirty="0"/>
              <a:t> C juga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 yang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karakter</a:t>
            </a:r>
            <a:r>
              <a:rPr lang="en-US" dirty="0"/>
              <a:t> escape, </a:t>
            </a:r>
            <a:r>
              <a:rPr lang="en-US" dirty="0" err="1"/>
              <a:t>antara</a:t>
            </a:r>
            <a:r>
              <a:rPr lang="en-US" dirty="0"/>
              <a:t> lain : </a:t>
            </a:r>
            <a:endParaRPr lang="id-ID" dirty="0"/>
          </a:p>
          <a:p>
            <a:r>
              <a:rPr lang="en-US" dirty="0"/>
              <a:t> \a 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bunyi</a:t>
            </a:r>
            <a:r>
              <a:rPr lang="en-US" dirty="0"/>
              <a:t> bell (alert) </a:t>
            </a:r>
            <a:endParaRPr lang="id-ID" dirty="0"/>
          </a:p>
          <a:p>
            <a:r>
              <a:rPr lang="en-US" dirty="0"/>
              <a:t> \b : </a:t>
            </a:r>
            <a:r>
              <a:rPr lang="en-US" dirty="0" err="1"/>
              <a:t>mundur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spasi</a:t>
            </a:r>
            <a:r>
              <a:rPr lang="en-US" dirty="0"/>
              <a:t> (backspace) </a:t>
            </a:r>
            <a:endParaRPr lang="id-ID" dirty="0"/>
          </a:p>
          <a:p>
            <a:r>
              <a:rPr lang="id-ID" dirty="0"/>
              <a:t> </a:t>
            </a:r>
            <a:r>
              <a:rPr lang="en-US" dirty="0"/>
              <a:t>\f : </a:t>
            </a:r>
            <a:r>
              <a:rPr lang="en-US" dirty="0" err="1"/>
              <a:t>ganti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(form feed) </a:t>
            </a:r>
            <a:endParaRPr lang="id-ID" dirty="0"/>
          </a:p>
          <a:p>
            <a:r>
              <a:rPr lang="en-US" dirty="0"/>
              <a:t> \n : </a:t>
            </a:r>
            <a:r>
              <a:rPr lang="en-US" dirty="0" err="1"/>
              <a:t>ganti</a:t>
            </a:r>
            <a:r>
              <a:rPr lang="en-US" dirty="0"/>
              <a:t> baris </a:t>
            </a:r>
            <a:r>
              <a:rPr lang="en-US" dirty="0" err="1"/>
              <a:t>baru</a:t>
            </a:r>
            <a:r>
              <a:rPr lang="en-US" dirty="0"/>
              <a:t> (new line) </a:t>
            </a:r>
            <a:r>
              <a:rPr lang="id-ID" dirty="0"/>
              <a:t>\</a:t>
            </a:r>
          </a:p>
          <a:p>
            <a:r>
              <a:rPr lang="en-US" dirty="0"/>
              <a:t> \r :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, baris yang </a:t>
            </a:r>
            <a:r>
              <a:rPr lang="en-US" dirty="0" err="1"/>
              <a:t>sama</a:t>
            </a:r>
            <a:r>
              <a:rPr lang="en-US" dirty="0"/>
              <a:t> (carriage return) </a:t>
            </a:r>
            <a:endParaRPr lang="id-ID" dirty="0"/>
          </a:p>
          <a:p>
            <a:r>
              <a:rPr lang="en-US" dirty="0"/>
              <a:t> \v : </a:t>
            </a:r>
            <a:r>
              <a:rPr lang="en-US" dirty="0" err="1"/>
              <a:t>tabulasi</a:t>
            </a:r>
            <a:r>
              <a:rPr lang="en-US" dirty="0"/>
              <a:t> vertical </a:t>
            </a:r>
            <a:endParaRPr lang="id-ID" dirty="0"/>
          </a:p>
          <a:p>
            <a:r>
              <a:rPr lang="en-US" dirty="0"/>
              <a:t> \0 :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kosong</a:t>
            </a:r>
            <a:r>
              <a:rPr lang="en-US" dirty="0"/>
              <a:t> (null) </a:t>
            </a:r>
            <a:endParaRPr lang="id-ID" dirty="0"/>
          </a:p>
          <a:p>
            <a:r>
              <a:rPr lang="en-US" dirty="0"/>
              <a:t> \’ :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petik</a:t>
            </a:r>
            <a:r>
              <a:rPr lang="en-US" dirty="0"/>
              <a:t> </a:t>
            </a:r>
            <a:r>
              <a:rPr lang="en-US" dirty="0" err="1"/>
              <a:t>tunggal</a:t>
            </a:r>
            <a:r>
              <a:rPr lang="en-US" dirty="0"/>
              <a:t> </a:t>
            </a:r>
            <a:endParaRPr lang="id-ID" dirty="0"/>
          </a:p>
          <a:p>
            <a:r>
              <a:rPr lang="en-US" dirty="0"/>
              <a:t> \” :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petik</a:t>
            </a:r>
            <a:r>
              <a:rPr lang="en-US" dirty="0"/>
              <a:t> </a:t>
            </a:r>
            <a:r>
              <a:rPr lang="en-US" dirty="0" err="1"/>
              <a:t>ganda</a:t>
            </a:r>
            <a:r>
              <a:rPr lang="en-US" dirty="0"/>
              <a:t> </a:t>
            </a:r>
            <a:endParaRPr lang="id-ID" dirty="0"/>
          </a:p>
          <a:p>
            <a:r>
              <a:rPr lang="en-US" dirty="0"/>
              <a:t> \\ : </a:t>
            </a:r>
            <a:r>
              <a:rPr lang="en-US" dirty="0" err="1"/>
              <a:t>karakter</a:t>
            </a:r>
            <a:r>
              <a:rPr lang="en-US" dirty="0"/>
              <a:t> garis miring</a:t>
            </a:r>
          </a:p>
        </p:txBody>
      </p:sp>
    </p:spTree>
    <p:extLst>
      <p:ext uri="{BB962C8B-B14F-4D97-AF65-F5344CB8AC3E}">
        <p14:creationId xmlns:p14="http://schemas.microsoft.com/office/powerpoint/2010/main" val="3603445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657CCE3-AB3C-9C7E-88F7-AEB94D610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Tipe</a:t>
            </a:r>
            <a:r>
              <a:rPr lang="en-US" dirty="0"/>
              <a:t> Data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BEE804B3-16B9-4C40-F946-5510EEA4B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program yang paling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instruksi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dilaksanakan</a:t>
            </a:r>
            <a:r>
              <a:rPr lang="en-US" dirty="0"/>
              <a:t> oleh computer. 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5 </a:t>
            </a:r>
            <a:r>
              <a:rPr lang="en-US" dirty="0" err="1"/>
              <a:t>dibagi</a:t>
            </a:r>
            <a:r>
              <a:rPr lang="en-US" dirty="0"/>
              <a:t> 2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tergantung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. Jika 5 dan 2 </a:t>
            </a:r>
            <a:r>
              <a:rPr lang="en-US" dirty="0" err="1"/>
              <a:t>bertipe</a:t>
            </a:r>
            <a:r>
              <a:rPr lang="en-US" dirty="0"/>
              <a:t> integer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2,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keduanya</a:t>
            </a:r>
            <a:r>
              <a:rPr lang="en-US" dirty="0"/>
              <a:t> </a:t>
            </a:r>
            <a:r>
              <a:rPr lang="en-US" dirty="0" err="1"/>
              <a:t>bertipe</a:t>
            </a:r>
            <a:r>
              <a:rPr lang="en-US" dirty="0"/>
              <a:t> float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2.5000000. </a:t>
            </a:r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proses </a:t>
            </a:r>
            <a:r>
              <a:rPr lang="en-US" dirty="0" err="1"/>
              <a:t>operasi</a:t>
            </a:r>
            <a:r>
              <a:rPr lang="en-US" dirty="0"/>
              <a:t> data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efisien</a:t>
            </a:r>
            <a:r>
              <a:rPr lang="en-US" dirty="0"/>
              <a:t> dan </a:t>
            </a:r>
            <a:r>
              <a:rPr lang="en-US" dirty="0" err="1"/>
              <a:t>efektif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9206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2A524238-1C3E-E444-D90E-EB21FF2EF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6571"/>
            <a:ext cx="10515600" cy="5850392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Dalam bahasa C terdapat lima tipe data dasar, yaitu : </a:t>
            </a:r>
            <a:endParaRPr lang="en-US" dirty="0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A771213F-0A82-3567-26E8-BFBC64D2F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982199" cy="51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57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E7D1CCE-7C01-2498-5217-028493B8E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Variabel</a:t>
            </a:r>
            <a:r>
              <a:rPr lang="en-US" dirty="0"/>
              <a:t> 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FA2784B1-FD78-A68A-40F6-33419E81F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pengenal</a:t>
            </a:r>
            <a:r>
              <a:rPr lang="en-US" dirty="0"/>
              <a:t> (identifier)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mewakili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proses program.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konstanta</a:t>
            </a:r>
            <a:r>
              <a:rPr lang="en-US" dirty="0"/>
              <a:t> yang </a:t>
            </a:r>
            <a:r>
              <a:rPr lang="en-US" dirty="0" err="1"/>
              <a:t>nilainya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,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variable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diubah-ubah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. Nama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variable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ditentukan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oleh </a:t>
            </a:r>
            <a:r>
              <a:rPr lang="en-US" dirty="0" err="1"/>
              <a:t>pemrogram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: </a:t>
            </a:r>
          </a:p>
        </p:txBody>
      </p:sp>
    </p:spTree>
    <p:extLst>
      <p:ext uri="{BB962C8B-B14F-4D97-AF65-F5344CB8AC3E}">
        <p14:creationId xmlns:p14="http://schemas.microsoft.com/office/powerpoint/2010/main" val="292522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EA25BD01-C4C5-6F55-FEB5-FE037B0B3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"/>
            <a:ext cx="10515600" cy="602456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gabungan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dan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. Bahasa C </a:t>
            </a:r>
            <a:r>
              <a:rPr lang="en-US" dirty="0" err="1"/>
              <a:t>bersifat</a:t>
            </a:r>
            <a:r>
              <a:rPr lang="en-US" dirty="0"/>
              <a:t> case-sensitive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dan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. Jadi </a:t>
            </a:r>
            <a:r>
              <a:rPr lang="en-US" dirty="0" err="1"/>
              <a:t>antara</a:t>
            </a:r>
            <a:r>
              <a:rPr lang="en-US" dirty="0"/>
              <a:t> nim, NIM dan Nim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. </a:t>
            </a:r>
            <a:endParaRPr lang="id-ID" dirty="0"/>
          </a:p>
          <a:p>
            <a:r>
              <a:rPr lang="en-US" dirty="0"/>
              <a:t> Tidak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spasi</a:t>
            </a:r>
            <a:r>
              <a:rPr lang="en-US" dirty="0"/>
              <a:t>. </a:t>
            </a:r>
            <a:endParaRPr lang="id-ID" dirty="0"/>
          </a:p>
          <a:p>
            <a:r>
              <a:rPr lang="en-US" dirty="0"/>
              <a:t> Tidak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mengandung</a:t>
            </a:r>
            <a:r>
              <a:rPr lang="en-US" dirty="0"/>
              <a:t> symbol-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, </a:t>
            </a:r>
            <a:r>
              <a:rPr lang="en-US" dirty="0" err="1"/>
              <a:t>kecuali</a:t>
            </a:r>
            <a:r>
              <a:rPr lang="en-US" dirty="0"/>
              <a:t> garis </a:t>
            </a:r>
            <a:r>
              <a:rPr lang="en-US" dirty="0" err="1"/>
              <a:t>bawah</a:t>
            </a:r>
            <a:r>
              <a:rPr lang="en-US" dirty="0"/>
              <a:t> (underscore). Yang </a:t>
            </a:r>
            <a:r>
              <a:rPr lang="en-US" dirty="0" err="1"/>
              <a:t>termasuk</a:t>
            </a:r>
            <a:r>
              <a:rPr lang="en-US" dirty="0"/>
              <a:t> symbol </a:t>
            </a:r>
            <a:r>
              <a:rPr lang="en-US" dirty="0" err="1"/>
              <a:t>khusus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diperbolehkan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lain : $, ?, %, #, !, &amp;, *, (, ), -, +, = </a:t>
            </a:r>
            <a:r>
              <a:rPr lang="en-US" dirty="0" err="1"/>
              <a:t>dsb</a:t>
            </a:r>
            <a:r>
              <a:rPr lang="en-US" dirty="0"/>
              <a:t> </a:t>
            </a:r>
            <a:endParaRPr lang="id-ID" dirty="0"/>
          </a:p>
          <a:p>
            <a:r>
              <a:rPr lang="en-US" dirty="0"/>
              <a:t> </a:t>
            </a:r>
            <a:r>
              <a:rPr lang="en-US" dirty="0" err="1"/>
              <a:t>Panjangnya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32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yang </a:t>
            </a:r>
            <a:r>
              <a:rPr lang="en-US" dirty="0" err="1"/>
              <a:t>terpakai</a:t>
            </a:r>
            <a:r>
              <a:rPr lang="en-US" dirty="0"/>
              <a:t>.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penamaan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yang </a:t>
            </a:r>
            <a:r>
              <a:rPr lang="en-US" dirty="0" err="1"/>
              <a:t>benar</a:t>
            </a:r>
            <a:r>
              <a:rPr lang="en-US" dirty="0"/>
              <a:t>: </a:t>
            </a:r>
            <a:endParaRPr lang="id-ID" dirty="0"/>
          </a:p>
          <a:p>
            <a:r>
              <a:rPr lang="en-US" dirty="0"/>
              <a:t> NIM, a, x, </a:t>
            </a:r>
            <a:r>
              <a:rPr lang="en-US" dirty="0" err="1"/>
              <a:t>nama_mhs</a:t>
            </a:r>
            <a:r>
              <a:rPr lang="en-US" dirty="0"/>
              <a:t>, f3098, f4, </a:t>
            </a:r>
            <a:r>
              <a:rPr lang="en-US" dirty="0" err="1"/>
              <a:t>nilai</a:t>
            </a:r>
            <a:r>
              <a:rPr lang="en-US" dirty="0"/>
              <a:t>, </a:t>
            </a:r>
            <a:r>
              <a:rPr lang="en-US" dirty="0" err="1"/>
              <a:t>budi</a:t>
            </a:r>
            <a:r>
              <a:rPr lang="en-US" dirty="0"/>
              <a:t>, </a:t>
            </a:r>
            <a:r>
              <a:rPr lang="en-US" dirty="0" err="1"/>
              <a:t>dsb</a:t>
            </a:r>
            <a:r>
              <a:rPr lang="en-US" dirty="0"/>
              <a:t>.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penamaan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yang salah: </a:t>
            </a:r>
            <a:endParaRPr lang="id-ID" dirty="0"/>
          </a:p>
          <a:p>
            <a:r>
              <a:rPr lang="en-US" dirty="0"/>
              <a:t> %</a:t>
            </a:r>
            <a:r>
              <a:rPr lang="en-US" dirty="0" err="1"/>
              <a:t>nilai_mahasiswa</a:t>
            </a:r>
            <a:r>
              <a:rPr lang="en-US" dirty="0"/>
              <a:t>, 80mahasiswa, rata-rata,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spasi</a:t>
            </a:r>
            <a:r>
              <a:rPr lang="en-US" dirty="0"/>
              <a:t>, </a:t>
            </a:r>
            <a:r>
              <a:rPr lang="en-US" dirty="0" err="1"/>
              <a:t>penting</a:t>
            </a:r>
            <a:r>
              <a:rPr lang="en-US" dirty="0"/>
              <a:t>!, </a:t>
            </a:r>
            <a:r>
              <a:rPr lang="en-US" dirty="0" err="1"/>
              <a:t>dsb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43309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4D68929-A90A-5BC1-64DB-E9A7B710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Percobaan 1</a:t>
            </a:r>
            <a:endParaRPr lang="en-US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DDC916E1-20DD-8D66-AED0-3BF752D14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Penggunaan konstanta ;</a:t>
            </a:r>
            <a:endParaRPr lang="en-US" dirty="0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332436AD-FA2B-7676-0753-91A21D360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91681"/>
            <a:ext cx="8946444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9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8913706-F9A9-0393-0526-B98AB78E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B1EECB7-9642-B186-9893-BB18B2DCC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err="1"/>
              <a:t>Ouput</a:t>
            </a:r>
            <a:r>
              <a:rPr lang="id-ID" dirty="0"/>
              <a:t> ;</a:t>
            </a:r>
            <a:endParaRPr lang="en-US" dirty="0"/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EDA59DAA-CAB2-EC79-C61A-729D0DD8A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43050"/>
            <a:ext cx="94488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927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3919DDF-83B3-0962-5603-C8C9C9853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3D0FE9B-1227-0EB7-7257-3F4B937EF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715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459</Words>
  <Application>Microsoft Office PowerPoint</Application>
  <PresentationFormat>Layar Lebar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Office</vt:lpstr>
      <vt:lpstr>STRUKTUR BAHASA C</vt:lpstr>
      <vt:lpstr>1. Konstanta </vt:lpstr>
      <vt:lpstr>Presentasi PowerPoint</vt:lpstr>
      <vt:lpstr>2. Tipe Data</vt:lpstr>
      <vt:lpstr>Presentasi PowerPoint</vt:lpstr>
      <vt:lpstr>3. Variabel </vt:lpstr>
      <vt:lpstr>Presentasi PowerPoint</vt:lpstr>
      <vt:lpstr>Percobaan 1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Terry Suseno Univ. Dharma AUB Surakarta</dc:creator>
  <cp:lastModifiedBy>A Terry Suseno Univ. Dharma AUB Surakarta</cp:lastModifiedBy>
  <cp:revision>1</cp:revision>
  <dcterms:created xsi:type="dcterms:W3CDTF">2026-04-01T22:27:29Z</dcterms:created>
  <dcterms:modified xsi:type="dcterms:W3CDTF">2026-04-01T22:59:14Z</dcterms:modified>
</cp:coreProperties>
</file>