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9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FE2F4D4-EBF6-954C-6222-467B177E4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03B28EA7-4041-14AD-CDE7-AC1E66E81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037C30B9-4E9F-60E6-0D87-D7ABD00CF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9646-2484-40E0-960F-BA08BCBEDC3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2E9DFB65-F3E8-FF83-DD47-69B59ABBD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250FB426-797B-DB8F-282D-B89C8258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7BA5-05BE-4770-9A03-B62BC8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06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1C9EB66-43E8-5DCD-A0BF-D963DC31D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1BE38C77-59FF-ADF7-CFA8-918B1AD74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C9827AB7-6136-9C8D-B576-3CD9CDA2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9646-2484-40E0-960F-BA08BCBEDC3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CBFDC5BF-34C4-7969-2F97-0CE751A65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9C861D23-0467-48FC-0920-7257CA28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7BA5-05BE-4770-9A03-B62BC8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69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DABAA5F-8FA7-CA67-1E90-688D44C56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4E1A04B4-18F1-21D6-EE73-EFEF48A34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F0FC967E-0D94-EE2A-2347-BC10F07D9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9646-2484-40E0-960F-BA08BCBEDC3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93B2D5F2-7EA4-F468-76CD-946804BB2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7DF38564-0A71-EEAA-085F-A57187E67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7BA5-05BE-4770-9A03-B62BC8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62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69EB192-AEB0-AF7B-BB50-2A179F6CB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C9DBC977-757C-7141-3362-B1E937A31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2DCD3970-4B38-8CBB-D3B6-C52360E50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5E7C4552-2D5D-39DD-3F8E-2D6AFD782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9646-2484-40E0-960F-BA08BCBEDC3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FF4E444F-1906-097D-8E1D-87DB88A41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618B1673-37E1-FD63-8498-6FD8EA3E8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7BA5-05BE-4770-9A03-B62BC8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2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502026F-EDE6-F106-9315-EA5F398CA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B10C09ED-9568-2F93-D9E1-D2323E45A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17A20A9B-02B3-F56F-124B-B4D9F25D4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0CD01C03-0A6D-5D47-B7E6-78E17D135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BA37E139-6B5A-2A88-BEDC-C58382FB6A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6E4A850D-8769-5662-44EC-886A25F3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9646-2484-40E0-960F-BA08BCBEDC3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AFC64A81-96AA-94AC-306B-9BA22E840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00171B5A-4A2D-E864-1B59-79FA49D66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7BA5-05BE-4770-9A03-B62BC8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3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F3A3129-BB03-005A-16E4-D6C378490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7F02500B-191D-6974-3897-184914AC9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9646-2484-40E0-960F-BA08BCBEDC3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DA723057-6046-E35A-02A5-2AFFE943A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943E1FCC-0DB4-3A2C-36C6-20670FA42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7BA5-05BE-4770-9A03-B62BC8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4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4B3DC000-C2C4-755A-2033-B68E90689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9646-2484-40E0-960F-BA08BCBEDC3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F23F288A-FBC6-E289-27C5-036DFB8D2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937E6DA6-D30D-53CC-F165-654EF37BB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7BA5-05BE-4770-9A03-B62BC8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1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41258A9-CB1A-ADE6-2F59-3B6F01D31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0512262D-5209-053B-B6BF-6821A6C30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B187165E-0BD0-878C-ED37-33DB8914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E6988416-AAA4-3CF3-BBDA-9064B451F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9646-2484-40E0-960F-BA08BCBEDC3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626068F4-D939-6C7D-0D55-1FF71EDF4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E1191B1C-3A1C-DEC0-8AD4-F2F37394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7BA5-05BE-4770-9A03-B62BC8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B5E0573-0674-6771-5274-A957CBE0D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C721A07B-0D1C-A8FE-695B-A3F0F5D9A3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ED914A3B-C747-6BAD-968F-D69CB34F3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360FE26A-D76A-39A9-E2F3-A70F3A081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9646-2484-40E0-960F-BA08BCBEDC3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8BDAACD8-5F43-44CB-6676-05E050F7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E63F3428-912A-C97E-B6F3-ADE355469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7BA5-05BE-4770-9A03-B62BC8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853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C93788F-1C0D-AF93-6E94-6142C315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65E54C95-5A4D-DF18-4978-57995692B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1908EE39-F732-9BFB-0E2F-32CA2D7D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9646-2484-40E0-960F-BA08BCBEDC3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769CBB10-59E1-57DF-CAB8-5FD480DC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E684F53C-F57F-46D1-0B70-2930016C5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7BA5-05BE-4770-9A03-B62BC8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63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F971EA6B-8B83-78EE-578C-F66A002B95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ED31CA65-64A0-8B82-687D-605A03252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6023B248-53FC-40AB-C865-8307F131D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9646-2484-40E0-960F-BA08BCBEDC3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BC77F99B-DBDE-1A03-CA96-A4775CD66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99A390B4-1116-7DDD-0780-00A18E36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7BA5-05BE-4770-9A03-B62BC8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83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33BA8C55-5A8F-23D6-E1CC-99291401A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703FB7B3-5D8C-A214-CBD1-B92268D04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F910F386-9011-F036-E9F3-B11B032CA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59646-2484-40E0-960F-BA08BCBEDC3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FE330105-1A9F-D45F-56E4-CB2F4B942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16B74220-7E43-924E-7C6A-BE5DFEB06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37BA5-05BE-4770-9A03-B62BC8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78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898CF01-3C27-D803-1188-872AF2ECE0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/>
              <a:t>SCANF</a:t>
            </a:r>
            <a:endParaRPr lang="en-US" dirty="0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48C6D1EE-E25A-DA26-01C7-C48C465AD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97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228CC7C-248A-B5C7-0E55-8B08A5AC6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D877641B-073A-8CBD-FED3-383A2D69A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/>
              <a:t>Perintah</a:t>
            </a:r>
            <a:r>
              <a:rPr lang="en-US" dirty="0"/>
              <a:t> </a:t>
            </a:r>
            <a:r>
              <a:rPr lang="en-US" dirty="0" err="1"/>
              <a:t>scanf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tepatnya</a:t>
            </a:r>
            <a:r>
              <a:rPr lang="en-US" dirty="0"/>
              <a:t> function </a:t>
            </a:r>
            <a:r>
              <a:rPr lang="en-US" dirty="0" err="1"/>
              <a:t>scanf</a:t>
            </a:r>
            <a:r>
              <a:rPr lang="en-US" dirty="0"/>
              <a:t>()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perintah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C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program, </a:t>
            </a:r>
            <a:r>
              <a:rPr lang="en-US" dirty="0" err="1"/>
              <a:t>yakni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sarana</a:t>
            </a:r>
            <a:r>
              <a:rPr lang="en-US" dirty="0"/>
              <a:t> input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. </a:t>
            </a:r>
            <a:endParaRPr lang="id-ID" dirty="0"/>
          </a:p>
          <a:p>
            <a:pPr marL="0" indent="0" algn="just">
              <a:buNone/>
            </a:pP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perintah</a:t>
            </a:r>
            <a:r>
              <a:rPr lang="en-US" dirty="0"/>
              <a:t> </a:t>
            </a:r>
            <a:r>
              <a:rPr lang="en-US" dirty="0" err="1"/>
              <a:t>scanf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program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interaktif</a:t>
            </a:r>
            <a:r>
              <a:rPr lang="en-US" dirty="0"/>
              <a:t>, </a:t>
            </a:r>
            <a:r>
              <a:rPr lang="en-US" dirty="0" err="1"/>
              <a:t>yakni</a:t>
            </a:r>
            <a:r>
              <a:rPr lang="en-US" dirty="0"/>
              <a:t> </a:t>
            </a:r>
            <a:r>
              <a:rPr lang="en-US" dirty="0" err="1"/>
              <a:t>meminta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user / </a:t>
            </a:r>
            <a:r>
              <a:rPr lang="en-US" dirty="0" err="1"/>
              <a:t>pengguna</a:t>
            </a:r>
            <a:r>
              <a:rPr lang="en-US" dirty="0"/>
              <a:t>. </a:t>
            </a:r>
            <a:endParaRPr lang="id-ID" dirty="0"/>
          </a:p>
          <a:p>
            <a:pPr marL="0" indent="0" algn="just">
              <a:buNone/>
            </a:pPr>
            <a:r>
              <a:rPr lang="en-US" dirty="0"/>
              <a:t>Data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nantinya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disimpan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dan </a:t>
            </a:r>
            <a:r>
              <a:rPr lang="en-US" dirty="0" err="1"/>
              <a:t>diolah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lanjut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ditampilkan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319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5F084257-B311-2960-2E2C-3D913B546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1882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err="1"/>
              <a:t>scanf</a:t>
            </a:r>
            <a:r>
              <a:rPr lang="en-US" b="1" dirty="0"/>
              <a:t>(</a:t>
            </a:r>
            <a:r>
              <a:rPr lang="en-US" b="1" dirty="0" err="1"/>
              <a:t>kode_format</a:t>
            </a:r>
            <a:r>
              <a:rPr lang="en-US" b="1" dirty="0"/>
              <a:t>, &amp;</a:t>
            </a:r>
            <a:r>
              <a:rPr lang="en-US" b="1" dirty="0" err="1"/>
              <a:t>nama_variabel_penampung</a:t>
            </a:r>
            <a:r>
              <a:rPr lang="en-US" b="1" dirty="0"/>
              <a:t>) </a:t>
            </a:r>
            <a:endParaRPr lang="id-ID" b="1" dirty="0"/>
          </a:p>
          <a:p>
            <a:pPr marL="0" indent="0" algn="just">
              <a:buNone/>
            </a:pPr>
            <a:r>
              <a:rPr lang="en-US" dirty="0"/>
              <a:t>Bagian </a:t>
            </a:r>
            <a:r>
              <a:rPr lang="en-US" dirty="0" err="1"/>
              <a:t>kode_format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format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inputan</a:t>
            </a:r>
            <a:r>
              <a:rPr lang="en-US" dirty="0"/>
              <a:t>.</a:t>
            </a:r>
            <a:endParaRPr lang="id-ID" dirty="0"/>
          </a:p>
          <a:p>
            <a:pPr marL="0" indent="0" algn="just">
              <a:buNone/>
            </a:pPr>
            <a:r>
              <a:rPr lang="en-US" dirty="0"/>
              <a:t>Kode format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yang </a:t>
            </a:r>
            <a:r>
              <a:rPr lang="en-US" dirty="0" err="1"/>
              <a:t>dipakai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printf</a:t>
            </a:r>
            <a:r>
              <a:rPr lang="en-US" dirty="0"/>
              <a:t>, </a:t>
            </a:r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“%d”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integer, </a:t>
            </a:r>
            <a:r>
              <a:rPr lang="en-US" dirty="0" err="1"/>
              <a:t>atau</a:t>
            </a:r>
            <a:r>
              <a:rPr lang="en-US" dirty="0"/>
              <a:t> “%c”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char. </a:t>
            </a:r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2329E88E-F019-D303-F554-971484333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178825"/>
            <a:ext cx="8545287" cy="412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894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B464B47-2BCD-616F-3476-C6FC022B8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id-ID" dirty="0"/>
              <a:t>Percobaan.</a:t>
            </a:r>
            <a:endParaRPr lang="en-US" dirty="0"/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A07FE3E2-FA4E-7217-EDB9-C57DE6F4A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557" y="1045030"/>
            <a:ext cx="9162900" cy="596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567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7970590E-7DB0-5B46-35D5-B3D8B2240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81399"/>
            <a:ext cx="10515600" cy="2595563"/>
          </a:xfrm>
        </p:spPr>
        <p:txBody>
          <a:bodyPr/>
          <a:lstStyle/>
          <a:p>
            <a:pPr marL="0" indent="0" algn="ctr">
              <a:buNone/>
            </a:pPr>
            <a:r>
              <a:rPr lang="id-ID" dirty="0" err="1"/>
              <a:t>Silahkan</a:t>
            </a:r>
            <a:r>
              <a:rPr lang="id-ID" dirty="0"/>
              <a:t> di </a:t>
            </a:r>
            <a:r>
              <a:rPr lang="id-ID" dirty="0" err="1"/>
              <a:t>praktekan</a:t>
            </a:r>
            <a:r>
              <a:rPr lang="id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6986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126</Words>
  <Application>Microsoft Office PowerPoint</Application>
  <PresentationFormat>Layar Lebar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Office</vt:lpstr>
      <vt:lpstr>SCANF</vt:lpstr>
      <vt:lpstr>Presentasi PowerPoint</vt:lpstr>
      <vt:lpstr>Presentasi PowerPoint</vt:lpstr>
      <vt:lpstr>Percobaan.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Terry Suseno Univ. Dharma AUB Surakarta</dc:creator>
  <cp:lastModifiedBy>A Terry Suseno Univ. Dharma AUB Surakarta</cp:lastModifiedBy>
  <cp:revision>1</cp:revision>
  <dcterms:created xsi:type="dcterms:W3CDTF">2026-04-22T22:54:39Z</dcterms:created>
  <dcterms:modified xsi:type="dcterms:W3CDTF">2026-04-22T23:32:16Z</dcterms:modified>
</cp:coreProperties>
</file>